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4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96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53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3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49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6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2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08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63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35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F86B1C5-6B12-4D99-A26F-6D618A8D7697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03005B9-7B1B-4FA0-8273-788299AE493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753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12A2-6961-DE9C-0E47-0C5102B88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056" y="739589"/>
            <a:ext cx="11174818" cy="238760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CONFENDENTIAL COMPUTING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7BB43-F040-7F5C-6F22-B57B89274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9480" y="3403392"/>
            <a:ext cx="5891134" cy="6548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CSA1003-SOFTWARE ENGINEERING</a:t>
            </a:r>
            <a:endParaRPr lang="en-IN" sz="3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E344A-B48C-B6FC-EF26-562C62EDC5F3}"/>
              </a:ext>
            </a:extLst>
          </p:cNvPr>
          <p:cNvSpPr txBox="1"/>
          <p:nvPr/>
        </p:nvSpPr>
        <p:spPr>
          <a:xfrm>
            <a:off x="12737656" y="3248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7" name="Google Shape;87;p1">
            <a:extLst>
              <a:ext uri="{FF2B5EF4-FFF2-40B4-BE49-F238E27FC236}">
                <a16:creationId xmlns:a16="http://schemas.microsoft.com/office/drawing/2014/main" id="{762F2A3B-87E8-5732-DC94-EE8B799D46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24" y="0"/>
            <a:ext cx="1266364" cy="1375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6;p1">
            <a:extLst>
              <a:ext uri="{FF2B5EF4-FFF2-40B4-BE49-F238E27FC236}">
                <a16:creationId xmlns:a16="http://schemas.microsoft.com/office/drawing/2014/main" id="{0009CA67-C21E-1D79-ACA9-11EA9F0B04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3794" y="51813"/>
            <a:ext cx="1438206" cy="1375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94C74A-96DE-30AC-0961-7B240360494A}"/>
              </a:ext>
            </a:extLst>
          </p:cNvPr>
          <p:cNvSpPr txBox="1"/>
          <p:nvPr/>
        </p:nvSpPr>
        <p:spPr>
          <a:xfrm>
            <a:off x="9058937" y="5178056"/>
            <a:ext cx="2643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BY</a:t>
            </a:r>
          </a:p>
          <a:p>
            <a:r>
              <a:rPr lang="en-US" sz="2400" dirty="0">
                <a:solidFill>
                  <a:srgbClr val="FFC000"/>
                </a:solidFill>
              </a:rPr>
              <a:t>S.PRATEEKSHA</a:t>
            </a:r>
          </a:p>
          <a:p>
            <a:r>
              <a:rPr lang="en-US" sz="2400" dirty="0">
                <a:solidFill>
                  <a:srgbClr val="FFC000"/>
                </a:solidFill>
              </a:rPr>
              <a:t>192572137</a:t>
            </a:r>
            <a:endParaRPr lang="en-IN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56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B4D6-39DF-63FD-61A7-DB66646B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7F15F-254B-A413-45F8-DA398AD39C2A}"/>
              </a:ext>
            </a:extLst>
          </p:cNvPr>
          <p:cNvSpPr txBox="1"/>
          <p:nvPr/>
        </p:nvSpPr>
        <p:spPr>
          <a:xfrm>
            <a:off x="209103" y="2331460"/>
            <a:ext cx="51319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organizations use the cloud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security and privacy in cloud environments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Confidential Computing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CDABC-3203-9D5F-1A3D-7434FF2A262E}"/>
              </a:ext>
            </a:extLst>
          </p:cNvPr>
          <p:cNvSpPr txBox="1"/>
          <p:nvPr/>
        </p:nvSpPr>
        <p:spPr>
          <a:xfrm>
            <a:off x="5954234" y="2261793"/>
            <a:ext cx="66878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computing resources over the Internet.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include: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access resources without maintaining physical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8820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7D60-DCDE-B237-C8FD-DD916DCE5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983" y="1049712"/>
            <a:ext cx="8380309" cy="87619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19E1B-1B44-9069-C839-330658C34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62" y="1792795"/>
            <a:ext cx="10287000" cy="482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4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466A-3DD7-F36A-AB43-E44EF2FB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54973-6875-B670-7062-2C02646D6864}"/>
              </a:ext>
            </a:extLst>
          </p:cNvPr>
          <p:cNvSpPr txBox="1"/>
          <p:nvPr/>
        </p:nvSpPr>
        <p:spPr>
          <a:xfrm>
            <a:off x="2200942" y="1881963"/>
            <a:ext cx="990954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IaaS – Infrastructure as a Service</a:t>
            </a:r>
            <a:endParaRPr lang="en-IN" sz="24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virtual servers, storage, and networking.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manage the operating system and applications.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Amazon EC2. </a:t>
            </a:r>
          </a:p>
          <a:p>
            <a:r>
              <a:rPr lang="en-I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PaaS – Platform as a Service</a:t>
            </a:r>
            <a:endParaRPr lang="en-IN" sz="24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platform to develop and deploy applications.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do not need to manage the underlying infrastructure.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Google App Engine. </a:t>
            </a:r>
          </a:p>
          <a:p>
            <a:r>
              <a:rPr lang="en-I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SaaS – Software as a Service</a:t>
            </a:r>
            <a:endParaRPr lang="en-IN" sz="24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ready-to-use software through the Internet.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only need to use the application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Example: Google Drive, Microsoft 365</a:t>
            </a:r>
          </a:p>
        </p:txBody>
      </p:sp>
    </p:spTree>
    <p:extLst>
      <p:ext uri="{BB962C8B-B14F-4D97-AF65-F5344CB8AC3E}">
        <p14:creationId xmlns:p14="http://schemas.microsoft.com/office/powerpoint/2010/main" val="240082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31D2-825D-58D6-A25F-C1E82CB4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F1294-0984-38E9-ECAD-F6AA2CAB8676}"/>
              </a:ext>
            </a:extLst>
          </p:cNvPr>
          <p:cNvSpPr txBox="1"/>
          <p:nvPr/>
        </p:nvSpPr>
        <p:spPr>
          <a:xfrm>
            <a:off x="1520456" y="2042531"/>
            <a:ext cx="10281683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Sensitive information must be protected.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Unauthorized users may access cloud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👤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Weak authentication can expose resources.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Authorized users may misuse sensitive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Multiple customers share the same cloud infrastructure.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🦠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Cloud services can be targeted by various attacks.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needs protection when stored, transmitted,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processsed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71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B189-F2A3-018D-453A-89956FC6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 Computing?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71A35-5925-FEB8-91EC-FCC8B6BD9B61}"/>
              </a:ext>
            </a:extLst>
          </p:cNvPr>
          <p:cNvSpPr txBox="1"/>
          <p:nvPr/>
        </p:nvSpPr>
        <p:spPr>
          <a:xfrm>
            <a:off x="1435395" y="1467294"/>
            <a:ext cx="1012219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 computing is a security technology that protects data while it is being processed by using a protected hardware-based environment called a Trusted Execution Environment (TEE).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important difference: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cloud security: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protected while stored → Encryption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protected while transmitted → Encryption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be exposed while being processed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 computing: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data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well.</a:t>
            </a:r>
          </a:p>
        </p:txBody>
      </p:sp>
    </p:spTree>
    <p:extLst>
      <p:ext uri="{BB962C8B-B14F-4D97-AF65-F5344CB8AC3E}">
        <p14:creationId xmlns:p14="http://schemas.microsoft.com/office/powerpoint/2010/main" val="2151636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B7B8-2A21-5AB0-4D54-EE30900B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Confidential Computing 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A30B6-1C24-ED59-10AD-E5F9D9C5D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142" y="2120014"/>
            <a:ext cx="7702402" cy="492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6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D051-0CDB-90A4-828B-C023ECCA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0"/>
            <a:ext cx="6942220" cy="2759242"/>
          </a:xfrm>
        </p:spPr>
        <p:txBody>
          <a:bodyPr>
            <a:noAutofit/>
          </a:bodyPr>
          <a:lstStyle/>
          <a:p>
            <a:pPr algn="ctr"/>
            <a:endParaRPr lang="en-IN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C74ABF-443C-6929-5773-B6DB3F4AF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46191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841477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32259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299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45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004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54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09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28132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F3AC50-16E0-803A-AB8D-AB0F22DD1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580083"/>
              </p:ext>
            </p:extLst>
          </p:nvPr>
        </p:nvGraphicFramePr>
        <p:xfrm>
          <a:off x="74428" y="0"/>
          <a:ext cx="12025423" cy="6858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315739">
                  <a:extLst>
                    <a:ext uri="{9D8B030D-6E8A-4147-A177-3AD203B41FA5}">
                      <a16:colId xmlns:a16="http://schemas.microsoft.com/office/drawing/2014/main" val="1783195766"/>
                    </a:ext>
                  </a:extLst>
                </a:gridCol>
                <a:gridCol w="5709684">
                  <a:extLst>
                    <a:ext uri="{9D8B030D-6E8A-4147-A177-3AD203B41FA5}">
                      <a16:colId xmlns:a16="http://schemas.microsoft.com/office/drawing/2014/main" val="2492247378"/>
                    </a:ext>
                  </a:extLst>
                </a:gridCol>
              </a:tblGrid>
              <a:tr h="92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Cloud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Confidential Computing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247118"/>
                  </a:ext>
                </a:extLst>
              </a:tr>
              <a:tr h="92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Provides computing 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Protects data during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810831"/>
                  </a:ext>
                </a:extLst>
              </a:tr>
              <a:tr h="1588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Focuses on scalability and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Focuses strongly on data confidentiality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20930"/>
                  </a:ext>
                </a:extLst>
              </a:tr>
              <a:tr h="1588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virtual machines/containers/services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trusted execution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869413"/>
                  </a:ext>
                </a:extLst>
              </a:tr>
              <a:tr h="92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can be encrypted at rest/in transit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Adds protection while data is in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250043"/>
                  </a:ext>
                </a:extLst>
              </a:tr>
              <a:tr h="92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goal: flexible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goal: secure 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496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05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F882-9696-56B9-E785-B3AE0F64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21DE7-C820-0065-5412-C5D46024D3A9}"/>
              </a:ext>
            </a:extLst>
          </p:cNvPr>
          <p:cNvSpPr txBox="1"/>
          <p:nvPr/>
        </p:nvSpPr>
        <p:spPr>
          <a:xfrm>
            <a:off x="3887972" y="1977769"/>
            <a:ext cx="6021572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and financial services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systems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processing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data analysis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business information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Multi-party computation environments</a:t>
            </a:r>
          </a:p>
        </p:txBody>
      </p:sp>
    </p:spTree>
    <p:extLst>
      <p:ext uri="{BB962C8B-B14F-4D97-AF65-F5344CB8AC3E}">
        <p14:creationId xmlns:p14="http://schemas.microsoft.com/office/powerpoint/2010/main" val="2132291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B1CC-0F36-4528-B4A7-67827BA4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38" y="365125"/>
            <a:ext cx="10971026" cy="1325563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F54E0-F785-6BF6-E52B-57E990681EEB}"/>
              </a:ext>
            </a:extLst>
          </p:cNvPr>
          <p:cNvSpPr txBox="1"/>
          <p:nvPr/>
        </p:nvSpPr>
        <p:spPr>
          <a:xfrm>
            <a:off x="-3551" y="2150152"/>
            <a:ext cx="609600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data during processing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exposure to cloud infrastructure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protect against certain privileged-access threats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privacy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sensitive workloads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E4BCD-7DD5-6932-3EFD-81D0296124C8}"/>
              </a:ext>
            </a:extLst>
          </p:cNvPr>
          <p:cNvSpPr txBox="1"/>
          <p:nvPr/>
        </p:nvSpPr>
        <p:spPr>
          <a:xfrm>
            <a:off x="6142967" y="2082535"/>
            <a:ext cx="6097772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is required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implementation complexity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performance overhead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proper key and attestation management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replacement for all other security controls</a:t>
            </a:r>
          </a:p>
        </p:txBody>
      </p:sp>
    </p:spTree>
    <p:extLst>
      <p:ext uri="{BB962C8B-B14F-4D97-AF65-F5344CB8AC3E}">
        <p14:creationId xmlns:p14="http://schemas.microsoft.com/office/powerpoint/2010/main" val="3535346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873D-8BCD-4CB2-5251-8E6AB7AC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1FFC1-33B3-D7EC-3B13-21FFB948F8EB}"/>
              </a:ext>
            </a:extLst>
          </p:cNvPr>
          <p:cNvSpPr txBox="1"/>
          <p:nvPr/>
        </p:nvSpPr>
        <p:spPr>
          <a:xfrm>
            <a:off x="7058526" y="426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4A6E4-ED98-C047-294D-B758F5D485D3}"/>
              </a:ext>
            </a:extLst>
          </p:cNvPr>
          <p:cNvSpPr txBox="1"/>
          <p:nvPr/>
        </p:nvSpPr>
        <p:spPr>
          <a:xfrm>
            <a:off x="1389320" y="1724850"/>
            <a:ext cx="9594112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scalable and flexible computing resources.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environments introduce important security and privacy challenges.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 computing protects sensitive information while it is being processed.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Execution Environments are an important technology behind confidential computing.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+ encryption + confidential computing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provide stronger protection for sensitive workload</a:t>
            </a:r>
          </a:p>
        </p:txBody>
      </p:sp>
    </p:spTree>
    <p:extLst>
      <p:ext uri="{BB962C8B-B14F-4D97-AF65-F5344CB8AC3E}">
        <p14:creationId xmlns:p14="http://schemas.microsoft.com/office/powerpoint/2010/main" val="419101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2A7F-BD0E-DBDD-A796-7DA700D9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178" y="234278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2580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90</TotalTime>
  <Words>506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Gill Sans MT</vt:lpstr>
      <vt:lpstr>Times New Roman</vt:lpstr>
      <vt:lpstr>Wingdings</vt:lpstr>
      <vt:lpstr>Wingdings 2</vt:lpstr>
      <vt:lpstr>Dividend</vt:lpstr>
      <vt:lpstr>CLOUD COMPUTING AND CONFENDENTIAL COMPUTING </vt:lpstr>
      <vt:lpstr>Introduction</vt:lpstr>
      <vt:lpstr>Cloud Computing Architecture</vt:lpstr>
      <vt:lpstr>Cloud Service Models</vt:lpstr>
      <vt:lpstr>Cloud Security Challenges</vt:lpstr>
      <vt:lpstr>Confidential Computing?</vt:lpstr>
      <vt:lpstr>How Confidential Computing Works</vt:lpstr>
      <vt:lpstr>PowerPoint Presentation</vt:lpstr>
      <vt:lpstr>Applications</vt:lpstr>
      <vt:lpstr>Advantages and Limitations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Prateeksha S</dc:creator>
  <cp:lastModifiedBy>Prateeksha S</cp:lastModifiedBy>
  <cp:revision>3</cp:revision>
  <dcterms:created xsi:type="dcterms:W3CDTF">2026-08-20T14:37:18Z</dcterms:created>
  <dcterms:modified xsi:type="dcterms:W3CDTF">2026-08-21T04:24:56Z</dcterms:modified>
</cp:coreProperties>
</file>